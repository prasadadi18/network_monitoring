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Jain" userId="edd134cb0f49b6bc" providerId="LiveId" clId="{86C3E5BF-AB65-42CD-B6F6-A270790C8744}"/>
    <pc:docChg chg="delSld modSld sldOrd">
      <pc:chgData name="Akshay Jain" userId="edd134cb0f49b6bc" providerId="LiveId" clId="{86C3E5BF-AB65-42CD-B6F6-A270790C8744}" dt="2025-12-17T07:40:50.506" v="4" actId="47"/>
      <pc:docMkLst>
        <pc:docMk/>
      </pc:docMkLst>
      <pc:sldChg chg="ord">
        <pc:chgData name="Akshay Jain" userId="edd134cb0f49b6bc" providerId="LiveId" clId="{86C3E5BF-AB65-42CD-B6F6-A270790C8744}" dt="2025-12-17T07:12:41.371" v="1"/>
        <pc:sldMkLst>
          <pc:docMk/>
          <pc:sldMk cId="0" sldId="259"/>
        </pc:sldMkLst>
      </pc:sldChg>
      <pc:sldChg chg="ord">
        <pc:chgData name="Akshay Jain" userId="edd134cb0f49b6bc" providerId="LiveId" clId="{86C3E5BF-AB65-42CD-B6F6-A270790C8744}" dt="2025-12-17T07:35:55.978" v="3"/>
        <pc:sldMkLst>
          <pc:docMk/>
          <pc:sldMk cId="0" sldId="262"/>
        </pc:sldMkLst>
      </pc:sldChg>
      <pc:sldChg chg="del">
        <pc:chgData name="Akshay Jain" userId="edd134cb0f49b6bc" providerId="LiveId" clId="{86C3E5BF-AB65-42CD-B6F6-A270790C8744}" dt="2025-12-17T07:40:50.506" v="4" actId="47"/>
        <pc:sldMkLst>
          <pc:docMk/>
          <pc:sldMk cId="0" sldId="26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12:41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13a232a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713a232a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713a232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713a232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713a232a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713a232a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71534c3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71534c3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71534c34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71534c34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713a232a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713a232a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13a232a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13a232a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1534c34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71534c34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71534c34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71534c34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71534c3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71534c3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13a232a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713a232a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713a232a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713a232a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13a232a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713a232a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1534c34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71534c34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do name as Akshay Jain, Bhuvnesh Kaushik and Rishav Prakash in matching blue color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41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E1DC4F-5501-DBA4-751B-4AC510607E91}"/>
                  </a:ext>
                </a:extLst>
              </p14:cNvPr>
              <p14:cNvContentPartPr/>
              <p14:nvPr/>
            </p14:nvContentPartPr>
            <p14:xfrm>
              <a:off x="2276568" y="651938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E1DC4F-5501-DBA4-751B-4AC510607E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568" y="651074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40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 descr="do name as Akshay Jain, Bhuvnesh Kaushik and Rishav Prakash in this order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4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Akshay Jain</dc:creator>
  <cp:lastModifiedBy>Akshay Jain</cp:lastModifiedBy>
  <cp:revision>3</cp:revision>
  <dcterms:modified xsi:type="dcterms:W3CDTF">2025-12-17T07:40:58Z</dcterms:modified>
</cp:coreProperties>
</file>